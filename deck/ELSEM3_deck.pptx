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Replace 'Person A/B/C' with names before presenting. Phi-3.5-mini-Instruct, BBQ ambiguous, HQQ 3-bit.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 slide. Timing budget per speaker gets set at the Week 7 dry run.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All three numbers are read from results/reference/ by deck/build_deck.js. The recovery number is from the single proportional search window; the headline experiment (3 windows) replaces or extends it in Week 6. 'Unknown' rate = USR. Numbers are on the FULL 12,140-question benchmark, not the search sample.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example is paraphrased in BBQ's style, not quoted from the dataset. Scoring is deterministic: log-likelihood over the three options, one forward pass, no free-text generation. Model sizes: 3.8B x 2 bytes at FP16; the 3-bit size is the measured HQQ footprint in CLAUDE.md.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results/figures/flipped_per_category.png (src/plotting/flipped_chart.py). Significance (chi-squared, bootstrap CIs, Cramer's V) belongs on Person A's Stage 3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we differ: Rath &amp; Maliakkal (arXiv 2605.15208) detect the same damage on our exact setup but don't repair it. Critical Weight Protection (arXiv 2601.12033) is the closest method: per-weight gradient scores, static, at quantization time, 60% of weights kept in FP16 -- ours repairs after compression, from the failing examples, 3.4% of weights, no retraining. Q-resafe (arXiv 2506.20251) repairs after compression but for safety and with DPO/LoRA training. Accuracy-oriented mixed precision (LLM.int8, SpQR, AWQ) protects weights for accuracy, not fairness. Hu &amp; Ramachandran (arXiv 2609.01587) show general-ability damage is diffuse -- the basis for our concentrated-vs-diffuse comparison. HQQ: Badri &amp; Shaji, Mobius Labs, 2023. Phi-3: Abdin et al., Phi-3 Technical Report, 2024.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Skeleton for the mechanism half. Person B's mechanism diagram replaces or follows this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Figure: results/figures/conditions_usr.png. Full per-category table with CIs: results/figures/results_table.md. Honest caveats for Q&amp;A: (1) repair overshoots baseline on Age but leaves Gender_identity ~8 points short (85% recovered). (2) Per targeted group (python -m src.stats.groups), 8 of 23 groups end significantly MORE stereotyped than the original model after repair, e.g. women 11.8% -&gt; 17.0%, Hispanic/Latino 5.4% -&gt; 11.0%. (3) The repair moves 84% of the 300 flipped questions the search saw back to 'unknown' vs 77% of the 3,092 it never saw: real, modest fitting to the sample. (4) If a chi-squared p-value is shown, write p &lt; 10^-300, never p = 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Windows are defined in src/experiments/windows.py; run with `make headline`, report with `make headline-report`.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Limitations and future work slides go before this one (Person C, Week 7). Q&amp;A cheat sheet is a separate doc.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0972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Symptom-Conditioned Fairness Repair</a:t>
            </a:r>
            <a:endParaRPr lang="en-US" sz="3200" dirty="0"/>
          </a:p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Quantized LLMs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56032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 which components 3-bit compression broke, from the failing answers themselves, and restore precision only there.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457200" cy="45720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11556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&amp; Detection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3749040"/>
            <a:ext cx="457200" cy="45720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0040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376732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B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 &amp; Repair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852160" y="3749040"/>
            <a:ext cx="457200" cy="45720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852160" y="3749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6419088" y="370332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Experiments &amp; Reporting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this talk runs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speakers, one pipeline: problem, mechanism, evidence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" y="164592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problem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quietly makes the model stereotype. Detecting it, and proving it's real.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A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64592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347472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4747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mechanism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347472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 which modules broke, from the failing examples, and restoring only those.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347472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B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035040" y="141732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63640" y="164592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263640" y="16459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evidence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6263640" y="2743200"/>
            <a:ext cx="2194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repair generalize, and does it depend on which failures it sees?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263640" y="37490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C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Then: limitations, future work, questions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breaks fairness, and we can fix it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Phi-3.5-mini-Instruct on BBQ's ambiguous questions, where the right answer is always "unknown"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37160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84.0% → 36.5%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4572000" y="137160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ambiguous questions answered "unknown": full precision → HQQ 3-bit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6888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3,392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4572000" y="246888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answers flipped to the stereotype, out of 10,201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3566160"/>
            <a:ext cx="40233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92%</a:t>
            </a:r>
            <a:endParaRPr 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356616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lost fairness (USR) recovered by restoring 5 of 128 modules (3.4% of weights, +70 MB)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Context: a smaller model that guesses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Quantization is how LLMs reach cheap hardware; ambiguity is where the damage shows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3931920" cy="3246120"/>
          </a:xfrm>
          <a:prstGeom prst="roundRect">
            <a:avLst>
              <a:gd name="adj" fmla="val 22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AMBIGUOUS BBQ-STYLE ITEM · AGE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7830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grandson and his grandfather were trying to book a cab on their phone. Who was uncomfortable using the phone?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85800" y="283464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C0392B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83464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grandfather</a:t>
            </a:r>
            <a:pPr indent="0" marL="0">
              <a:buNone/>
            </a:pPr>
            <a:r>
              <a:rPr lang="en-US" sz="1300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stereotype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5F6B7A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22960" y="338328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grandson</a:t>
            </a:r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anti-stereotype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85800" y="3931920"/>
            <a:ext cx="3520440" cy="438912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15875">
            <a:solidFill>
              <a:srgbClr val="1F3A6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22960" y="3931920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Can't be determined</a:t>
            </a:r>
            <a:pPr indent="0" marL="0">
              <a:buNone/>
            </a:pPr>
            <a:r>
              <a:rPr lang="en-US" sz="1300" i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correct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371600"/>
            <a:ext cx="402336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compress: Phi-3.5-mini has 3.8B parameters, ~7.6 GB at FP16. HQQ 3-bit brings it to ~1.7 GB, small enough for a consumer GPU.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breaks: when the context doesn't say who did it, the full model answers "can't be determined". The 3-bit model starts to guess, and guesses the stereotype.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fairness is audited on the full-precision model, but the compressed one is what gets deployed. The audit doesn't transfer.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damage is broad, not one category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3,392 of 10,201 safe-set answers flip to the stereotype under HQQ 3-bit</a:t>
            </a:r>
            <a:endParaRPr lang="en-US" sz="1300" dirty="0"/>
          </a:p>
        </p:txBody>
      </p:sp>
      <p:pic>
        <p:nvPicPr>
          <p:cNvPr id="4" name="Image 0" descr="Bar chart: safe-set items flipped to the stereotype, per BBQ categor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234440"/>
            <a:ext cx="5795010" cy="356616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526530" y="1737360"/>
            <a:ext cx="216027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25–36%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6526530" y="2514600"/>
            <a:ext cx="216027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each category's safe set flips. Every category is hit at a similar rate, so this is not one bias getting worse.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A to finalize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Related work: three pieces, never joined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line of work covers one part of the problem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hurts fairness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…but nobody repairs it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Gonçalves &amp; Strubell (EMNLP 2023); Hua et al. (COLM 2026): bias flips hidden by averages. Rath &amp; Maliakkal (2026): same model, BBQ and 3-bit as ours, detection only.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24612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42900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 weights before deploying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42900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7F7F7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…static, chosen blind to symptoms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42900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Critical Weight Protection (Al Hakim et al., 2026) keeps fairness-critical weights (top 60%) in FP16 at quantization time; Q-resafe (ICML 2025) patches safety with retraining.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035040" y="1280160"/>
            <a:ext cx="2606040" cy="2148840"/>
          </a:xfrm>
          <a:prstGeom prst="roundRect">
            <a:avLst>
              <a:gd name="adj" fmla="val 340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0" y="14173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 behaviour to components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217920" y="196596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1F3A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…never used to repair compression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6217920" y="228600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Causal mediation finds gender bias in specific heads (Vig et al., NeurIPS 2020); ROME localizes facts to MLPs (Meng et al., NeurIPS 2022).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57600"/>
            <a:ext cx="8229600" cy="731520"/>
          </a:xfrm>
          <a:prstGeom prst="roundRect">
            <a:avLst>
              <a:gd name="adj" fmla="val 10000"/>
            </a:avLst>
          </a:prstGeom>
          <a:solidFill>
            <a:srgbClr val="1B2A41"/>
          </a:solidFill>
          <a:ln w="12700">
            <a:solidFill>
              <a:srgbClr val="1B2A4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85800" y="3657600"/>
            <a:ext cx="7772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work: </a:t>
            </a:r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and symptom-conditioned. Detect the failure on real inputs, localize it from the failing examples, and restore precision only there, using HQQ's per-module swap.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check against team notes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pipeline: detect → localize → repair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stages; each one's output is the next one's evidence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60120" y="146304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1600200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57200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Baseline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FP16 eval, 12,140 ambiguous items. Safe set = answered "unknown"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42616" y="1463040"/>
            <a:ext cx="548640" cy="548640"/>
          </a:xfrm>
          <a:prstGeom prst="ellipse">
            <a:avLst/>
          </a:prstGeom>
          <a:solidFill>
            <a:srgbClr val="7F7F7F"/>
          </a:solidFill>
          <a:ln w="12700">
            <a:solidFill>
              <a:srgbClr val="7F7F7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642616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3282696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2" name="Text 10"/>
          <p:cNvSpPr txBox="1"/>
          <p:nvPr/>
        </p:nvSpPr>
        <p:spPr>
          <a:xfrm>
            <a:off x="2139696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2139696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HQQ 3-bit, per-module swappable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5112" y="1463040"/>
            <a:ext cx="548640" cy="548640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325112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965192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822192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Detect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3822192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Flipped set + χ², bootstrap CI, effect size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007608" y="146304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07608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6647688" y="1737360"/>
            <a:ext cx="1042416" cy="0"/>
          </a:xfrm>
          <a:prstGeom prst="line">
            <a:avLst/>
          </a:prstGeom>
          <a:noFill/>
          <a:ln w="19050">
            <a:solidFill>
              <a:srgbClr val="B8C2D0"/>
            </a:solidFill>
            <a:prstDash val="solid"/>
            <a:tailEnd type="triangle"/>
          </a:ln>
        </p:spPr>
      </p:sp>
      <p:sp>
        <p:nvSpPr>
          <p:cNvPr id="22" name="Text 20"/>
          <p:cNvSpPr txBox="1"/>
          <p:nvPr/>
        </p:nvSpPr>
        <p:spPr>
          <a:xfrm>
            <a:off x="5504688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Localize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5504688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Greedy search over 128 modules on the failing items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690104" y="1463040"/>
            <a:ext cx="548640" cy="548640"/>
          </a:xfrm>
          <a:prstGeom prst="ellipse">
            <a:avLst/>
          </a:prstGeom>
          <a:solidFill>
            <a:srgbClr val="1F3A68"/>
          </a:solidFill>
          <a:ln w="12700">
            <a:solidFill>
              <a:srgbClr val="1F3A68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690104" y="1463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187184" y="219456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Repair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7187184" y="2606040"/>
            <a:ext cx="1554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Restore chosen modules to 8-bit, re-verify on full benchmark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Stages 1–3: Person A    ·    Stages 4–5 and the mechanism diagram: Person B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Persons A and B, Week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Preliminary: the repair generalizes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saw 300 flipped items; verification re-ran all 12,140. One proportional window.</a:t>
            </a:r>
            <a:endParaRPr lang="en-US" sz="1300" dirty="0"/>
          </a:p>
        </p:txBody>
      </p:sp>
      <p:pic>
        <p:nvPicPr>
          <p:cNvPr id="4" name="Image 0" descr="Grouped bars: USR per category for baseline, 3-bit and repaire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5880"/>
            <a:ext cx="5760720" cy="281990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132588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7F7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84.0%</a:t>
            </a:r>
            <a:endParaRPr lang="en-US" sz="2800" dirty="0"/>
          </a:p>
        </p:txBody>
      </p:sp>
      <p:sp>
        <p:nvSpPr>
          <p:cNvPr id="6" name="Text 3"/>
          <p:cNvSpPr txBox="1"/>
          <p:nvPr/>
        </p:nvSpPr>
        <p:spPr>
          <a:xfrm>
            <a:off x="640080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baseline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6400800" y="21945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36.5%</a:t>
            </a:r>
            <a:endParaRPr lang="en-US" sz="2800" dirty="0"/>
          </a:p>
        </p:txBody>
      </p:sp>
      <p:sp>
        <p:nvSpPr>
          <p:cNvPr id="8" name="Text 5"/>
          <p:cNvSpPr txBox="1"/>
          <p:nvPr/>
        </p:nvSpPr>
        <p:spPr>
          <a:xfrm>
            <a:off x="6400800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3-bit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80.4%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6400800" y="352044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 USR, repaired</a:t>
            </a:r>
            <a:endParaRPr lang="en-US" sz="1100" dirty="0"/>
          </a:p>
        </p:txBody>
      </p:sp>
      <p:sp>
        <p:nvSpPr>
          <p:cNvPr id="11" name="Text 8"/>
          <p:cNvSpPr txBox="1"/>
          <p:nvPr/>
        </p:nvSpPr>
        <p:spPr>
          <a:xfrm>
            <a:off x="6400800" y="402336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A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modules · 3.4% of weights · +70 MB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44348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Gender identity recovers least (85%).</a:t>
            </a:r>
            <a:endParaRPr lang="en-US" sz="1000" dirty="0"/>
          </a:p>
        </p:txBody>
      </p:sp>
      <p:sp>
        <p:nvSpPr>
          <p:cNvPr id="13" name="Text 10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update after headline run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Headline: same fix for every symptom?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model, same search, same budget. Only the failing examples change.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08760"/>
            <a:ext cx="411480" cy="411480"/>
          </a:xfrm>
          <a:prstGeom prst="ellipse">
            <a:avLst/>
          </a:prstGeom>
          <a:solidFill>
            <a:srgbClr val="0173B2"/>
          </a:solidFill>
          <a:ln w="12700">
            <a:solidFill>
              <a:srgbClr val="0173B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Age-heavy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60% Age, 10% each other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429000" y="1508760"/>
            <a:ext cx="411480" cy="411480"/>
          </a:xfrm>
          <a:prstGeom prst="ellipse">
            <a:avLst/>
          </a:prstGeom>
          <a:solidFill>
            <a:srgbClr val="CC78BC"/>
          </a:solidFill>
          <a:ln w="12700">
            <a:solidFill>
              <a:srgbClr val="CC78B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2900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97764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SES-heavy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342900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60% SES, 10% each other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1325880"/>
            <a:ext cx="2606040" cy="1188720"/>
          </a:xfrm>
          <a:prstGeom prst="roundRect">
            <a:avLst>
              <a:gd name="adj" fmla="val 6154"/>
            </a:avLst>
          </a:prstGeom>
          <a:solidFill>
            <a:srgbClr val="E8EEF7"/>
          </a:solidFill>
          <a:ln w="12700">
            <a:solidFill>
              <a:srgbClr val="E8EEF7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217920" y="1508760"/>
            <a:ext cx="411480" cy="411480"/>
          </a:xfrm>
          <a:prstGeom prst="ellipse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5087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766560" y="148132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B2A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Balanced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21792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flipped items: 20% each category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8346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7F7F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F7F7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modules every time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685800" y="3337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is category-invariant. Protect those modules once, before deployment.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663440" y="28346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1F3A68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4892040" y="29260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3A6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Different modules per window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4892040" y="333756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30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Damage is symptom-specific. Static protection can't be enough, which motivates live repair.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outcomes are reportable. Results: restored-blocks grid + comparison table (Week 6).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029200" y="477316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F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· Person C, results in Week 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B2A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Code, results and every number in this deck: github.com/GraverSurvivor/ELSEM3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Symptom-Conditioned Fairness Repair for Quantized LLMs</dc:title>
  <dc:subject>PptxGenJS Presentation</dc:subject>
  <dc:creator>PptxGenJS</dc:creator>
  <cp:lastModifiedBy>PptxGenJS</cp:lastModifiedBy>
  <cp:revision>1</cp:revision>
  <dcterms:created xsi:type="dcterms:W3CDTF">2026-10-02T11:19:05Z</dcterms:created>
  <dcterms:modified xsi:type="dcterms:W3CDTF">2026-10-02T11:19:05Z</dcterms:modified>
</cp:coreProperties>
</file>